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avif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shu-teach/Laptop-Price-Analysis-Project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avi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A697-6092-45FB-9CE2-A8E21E534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0912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Price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234E59-CE23-406E-9ADF-EBC3179C5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3524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										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 Price Analysis Project</a:t>
            </a:r>
          </a:p>
          <a:p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By</a:t>
            </a:r>
          </a:p>
          <a:p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Yashvi </a:t>
            </a:r>
            <a:r>
              <a:rPr lang="en-US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Vaghasiya</a:t>
            </a: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73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CF150-C4AD-4869-BDC1-F1F1EF38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27EB0-3B38-4FCD-B153-64B21184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growth of e-commerce platforms, laptops are available in many configurations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 prices depend on multiple factors such as processor, RAM, storage, GPU, and display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price comparison becomes difficult for customers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Machine Learning to analyze laptop specifications and predict prices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real-world data analysis and ML skills using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65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89E2-E164-44FC-83F6-AD361ED3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33192-8AFF-4064-A8AE-20351F180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167466"/>
            <a:ext cx="8915400" cy="37776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laptop price dataset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1275 laptops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 23 columns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real laptop specifications and prices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 contained compact text columns which were cleaned and restructured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17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6F9C-2006-436F-B354-EE79904B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EF777-488B-4C97-9685-E4B0B7BD8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0062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 Code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– Data manipulation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 – Numerical computations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 &amp; Seaborn – Visualization</a:t>
            </a:r>
          </a:p>
          <a:p>
            <a:pPr lvl="1"/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 – Machine Learning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 Tools: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 (basic analysis)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601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B56A-37DE-40D8-8523-16AA5E7A0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09621"/>
            <a:ext cx="8911687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30EC6-255D-49E9-BDB7-DAA380E0C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and Encoding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097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A3A6-2880-413F-BF0A-8622F502F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30AE-D554-4823-B980-5D2688A9F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 (28 duplicate rows)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no missing values in the dataset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categorical features into numerical form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high-cardinality columns (Product, CPU model, GPU model)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One-Hot Encoding for categorical variables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final dataset for machine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032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10C8-69A6-46DA-961E-CFBBFD7C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23C04-62AB-474C-B820-FA829B32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distribution of laptop brands and operating systems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 RAM and storage distributions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Studied touchscreen and IPS panel availability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CPU and GPU manufacturers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relationships between specifications and price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91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9722-BFA8-4868-9204-70F1AD8B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45CD2-A7E0-4A0F-A8E4-62907B399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03021"/>
            <a:ext cx="8911687" cy="4730045"/>
          </a:xfrm>
        </p:spPr>
        <p:txBody>
          <a:bodyPr>
            <a:normAutofit fontScale="92500" lnSpcReduction="20000"/>
          </a:bodyPr>
          <a:lstStyle/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Linear Regression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choosing Linear Regression:</a:t>
            </a:r>
          </a:p>
          <a:p>
            <a:pPr lvl="1"/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interpretable</a:t>
            </a:r>
          </a:p>
          <a:p>
            <a:pPr lvl="1"/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regression problems</a:t>
            </a:r>
          </a:p>
          <a:p>
            <a:pPr lvl="1"/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baseline model for price prediction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 on laptop specifications to predict price</a:t>
            </a:r>
          </a:p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Evaluation</a:t>
            </a: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into:</a:t>
            </a:r>
          </a:p>
          <a:p>
            <a:pPr lvl="1"/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Data</a:t>
            </a:r>
          </a:p>
          <a:p>
            <a:pPr lvl="1"/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 Testing Data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evaluated using:</a:t>
            </a:r>
          </a:p>
          <a:p>
            <a:pPr lvl="1"/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(MSE)</a:t>
            </a:r>
          </a:p>
          <a:p>
            <a:pPr lvl="1"/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R-Squared (R²) Score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prices compared with actual prices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8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72BB-4FA1-4FAB-923D-10C944AF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84B36-9F14-4C27-A584-851EE5B53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00622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 price increases with higher RAM and CPU frequency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SSD storage significantly increases laptop price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Touchscreen and Retina display laptops are more expensive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Gaming laptops generally have higher prices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provides reasonable prediction accuracy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Visualization: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of Actual vs Predicted Prices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data points align closely with the diagonal line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Indicates good prediction performance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helps validate model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423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13644-60CB-40F7-96C9-5603A77E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BD788-455A-46EC-9954-1328B852F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 prices can be effectively predicted using machine learning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engineering are crucial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serves as a strong baseline model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an end-to-end ML workflow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practical skills in Data Analysis and Machine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533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A3597-095C-46A2-913A-CFA4C873D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411111"/>
            <a:ext cx="8915399" cy="171591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297A0-A568-45D8-8359-593D54440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https://github.com/Yashu-teach/Laptop-Price-Analysis-Project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66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283B9B7-E1E7-41ED-BE97-86FFA2558DE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2822222" y="801512"/>
            <a:ext cx="8060266" cy="5610578"/>
          </a:xfrm>
        </p:spPr>
      </p:pic>
    </p:spTree>
    <p:extLst>
      <p:ext uri="{BB962C8B-B14F-4D97-AF65-F5344CB8AC3E}">
        <p14:creationId xmlns:p14="http://schemas.microsoft.com/office/powerpoint/2010/main" val="32038494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</TotalTime>
  <Words>483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Times New Roman</vt:lpstr>
      <vt:lpstr>Wingdings 3</vt:lpstr>
      <vt:lpstr>Wisp</vt:lpstr>
      <vt:lpstr>Laptop Price Analysis </vt:lpstr>
      <vt:lpstr>Introduction</vt:lpstr>
      <vt:lpstr>Dataset Description</vt:lpstr>
      <vt:lpstr>Tools Used</vt:lpstr>
      <vt:lpstr>Methodology</vt:lpstr>
      <vt:lpstr>Data Preprocessing</vt:lpstr>
      <vt:lpstr>Exploratory Data Analysis</vt:lpstr>
      <vt:lpstr>Machine Learning Model Used</vt:lpstr>
      <vt:lpstr>Results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Laptop Price Analysis</dc:title>
  <dc:creator>ok</dc:creator>
  <cp:lastModifiedBy>ok</cp:lastModifiedBy>
  <cp:revision>7</cp:revision>
  <dcterms:created xsi:type="dcterms:W3CDTF">2026-01-07T05:48:09Z</dcterms:created>
  <dcterms:modified xsi:type="dcterms:W3CDTF">2026-01-10T09:15:14Z</dcterms:modified>
</cp:coreProperties>
</file>